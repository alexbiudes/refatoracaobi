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Refatoração do Power BI para Web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Validação de Dados e Comparativo de Telas</a:t>
            </a:r>
          </a:p>
          <a:p>
            <a:r>
              <a:t>Apple Nordeste | Acrefort | 4E Equipamentos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Validação: Apple Nordeste Comercio de Alimentos Ltda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Indicador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Power BI (Semântico)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Dashboard (BigQuery)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R$ 8.502.794,71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R$ 8.502.794,71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Lucro Líquido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R$ 5.247.709,60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R$ 5.247.709,60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Custo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R$ 15.142.549,05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R$ 15.142.549,05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Validação: ACREFORT INDUSTRIA E COMERCIO DE RAÇÕES LTDA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Indicador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Power BI (Semântico)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Dashboard (BigQuery)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R$ 8.149.808,13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R$ 8.149.808,13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Lucro Líquido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-1.525.184,87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-1.525.184,87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Custo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R$ 26.243.588,71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R$ 26.243.588,71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Validação: 4E EQUIPAMENTOS PARA CAMINHOES LTDA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Indicador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Power BI (Semântico)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Dashboard (BigQuery)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R$ 572.944,39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R$ 572.944,39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Lucro Líquido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R$ 719.731,06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R$ 719.731,06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Custo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R$ 7.512.673,69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R$ 7.512.673,69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